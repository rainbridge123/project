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C3F7"/>
    <a:srgbClr val="156082"/>
    <a:srgbClr val="475569"/>
    <a:srgbClr val="1A1A1A"/>
    <a:srgbClr val="F472B6"/>
    <a:srgbClr val="A78BFA"/>
    <a:srgbClr val="F59E0B"/>
    <a:srgbClr val="FB923C"/>
    <a:srgbClr val="34D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95"/>
    <p:restoredTop sz="94628"/>
  </p:normalViewPr>
  <p:slideViewPr>
    <p:cSldViewPr snapToGrid="0">
      <p:cViewPr>
        <p:scale>
          <a:sx n="75" d="100"/>
          <a:sy n="75" d="100"/>
        </p:scale>
        <p:origin x="488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0B9B9-9EF0-1A4B-A95D-7EE80AD2C84C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2E3B6-9250-B44B-95B9-08074696E3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3804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2E3B6-9250-B44B-95B9-08074696E30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9312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84E91-1EC1-8A5F-3827-E03AE2F10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8D18947-7CCF-7811-CFED-A3B8E1147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78FA9C-3887-C7D1-F8B4-0F40F5568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14DF-E1D9-004A-860C-2615D160C1E6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9C7280-6F96-EF8E-D76E-C97FA02EB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CA4866-F499-11B6-E107-9DF2BF891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C3E3-6F04-1F47-B204-0F824C47AA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84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2AB2F-3DC6-72B4-9956-7DB3B0729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61A80B-5A45-07B8-3F2B-884326AC4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6B76B-86F9-24A9-232D-53A6C188A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14DF-E1D9-004A-860C-2615D160C1E6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3B9B30-B8F6-B015-409F-D1937AE15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DC2217-D549-B321-F871-13E1E5D7E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C3E3-6F04-1F47-B204-0F824C47AA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2191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11A5C-C243-98CE-A441-E10F9ED7E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8298EA-07C9-D2D7-FBAC-4341CACB7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40B621-128F-54EB-5F01-77DC805E7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14DF-E1D9-004A-860C-2615D160C1E6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40DB93-93AD-F61F-37CB-912AFBC1B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7D7FBB-9720-C9D7-95DA-443D53ABC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C3E3-6F04-1F47-B204-0F824C47AA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2572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F73428-1915-E6E4-DE94-E06CF8DA6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3475B4-F560-E502-9E5D-30814C4003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BE41FB-23B3-9632-0BBC-39E9FCEDF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0A7E1C-4436-1F95-BC29-045FB80E4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14DF-E1D9-004A-860C-2615D160C1E6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3FEDBC-0925-D1B2-6E03-F59E09C1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F73168-F696-4481-B915-9E8924B90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C3E3-6F04-1F47-B204-0F824C47AA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4351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AAF76B-CF7C-329B-42FD-14ED61361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DD1F05-DF57-D079-2E14-B481402FB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6B8AF1-9B09-2351-92D7-35CB01AFF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806C38-797A-0ACB-6588-BC5E4D78C9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FB63A4-70CB-133F-4A05-53B9C4618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0F877B9-3D55-4C8E-F2BD-0B75A86D5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14DF-E1D9-004A-860C-2615D160C1E6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2B74812-7159-F094-12B7-F07AABC59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69309E-D76C-6489-C5F8-0C7ECEAB1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C3E3-6F04-1F47-B204-0F824C47AA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7745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F463A-9A64-4441-E31C-3748D3AE0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CF5C18-1C4C-7F84-5F42-7A03CD0ED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14DF-E1D9-004A-860C-2615D160C1E6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ACEF1A9-2CBF-3356-741C-E8F056279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4BA6CB-9D66-1B9B-3D86-7918C148E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C3E3-6F04-1F47-B204-0F824C47AA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6571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1D423AE-EE4E-99BB-7A6C-3C30AD2C4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14DF-E1D9-004A-860C-2615D160C1E6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7C6637-F414-0481-B89D-67A4041B0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2BC5F1-FE73-0FE6-990E-B7B1564F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C3E3-6F04-1F47-B204-0F824C47AA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4665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2AE7C-E515-5069-C552-CBEC1130E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5A4FB3-13EF-28B3-E2D0-D8B2AA90B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111BFC-8EC8-8592-61AA-10A59B30B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63B991-12DB-BC2A-E369-A42148C0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14DF-E1D9-004A-860C-2615D160C1E6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926AEB-72D5-5C1C-C2B3-D6A41E521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AF8160-5730-4164-012C-201C4BFCB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C3E3-6F04-1F47-B204-0F824C47AA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091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4EAA4-E5AE-BE0F-64FD-7AFE67ADE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31BED5-2BF3-1462-365A-E48F4C90BE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F82F25-A2E0-04BF-66D8-2F6B603BD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DF04E8-5D01-93FC-3B55-29D57C92E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14DF-E1D9-004A-860C-2615D160C1E6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87D8F3-5173-3025-3ED9-C377B078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932DD1-9CE3-7B09-2E7A-17C2AF7F7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C3E3-6F04-1F47-B204-0F824C47AA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2411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7BD53-E0CF-D9CE-F41D-397CCDC4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086EA1-8682-09B7-9823-EFD20F635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5A3718-AF20-DDFD-262E-A085AD2BB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14DF-E1D9-004A-860C-2615D160C1E6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39F2F8-EC72-5DC3-2974-D1B794920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0A6F4F-2DB4-9CF3-BFE2-BE4D3901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C3E3-6F04-1F47-B204-0F824C47AA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70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DDC2B6-1DD9-7DB5-4008-CF2A5F297A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EC8982-3910-6E8B-FEA2-644A6F490C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81B3AB-58BC-0E9A-2B31-A17F94226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14DF-E1D9-004A-860C-2615D160C1E6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B623BB-AB5E-1D4D-58C5-AF6B7A7FD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2859B7-9919-0617-B8DC-5B7E20F30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C3E3-6F04-1F47-B204-0F824C47AA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163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9D60A0C-FA5F-AF08-A879-04FF3B537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FCEAF2-2921-5661-7FC6-5F6D34147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3280E4-BC92-DACB-2605-0D1A023B85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6B14DF-E1D9-004A-860C-2615D160C1E6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794454-FF72-0DAF-A4AB-FD244C7CD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16E2C2-0DB7-576E-AAFC-AB71ADF08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55C3E3-6F04-1F47-B204-0F824C47AA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2907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4FC3F7"/>
            </a:gs>
            <a:gs pos="60000">
              <a:srgbClr val="192C34"/>
            </a:gs>
            <a:gs pos="40000">
              <a:srgbClr val="183D4E"/>
            </a:gs>
            <a:gs pos="20000">
              <a:srgbClr val="156082"/>
            </a:gs>
            <a:gs pos="86000">
              <a:srgbClr val="1A1A1A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同侧圆角矩形 6">
            <a:extLst>
              <a:ext uri="{FF2B5EF4-FFF2-40B4-BE49-F238E27FC236}">
                <a16:creationId xmlns:a16="http://schemas.microsoft.com/office/drawing/2014/main" id="{7642EAFF-B17B-4115-458D-8795AE771CB5}"/>
              </a:ext>
            </a:extLst>
          </p:cNvPr>
          <p:cNvSpPr/>
          <p:nvPr/>
        </p:nvSpPr>
        <p:spPr>
          <a:xfrm>
            <a:off x="488142" y="408490"/>
            <a:ext cx="11215716" cy="6041019"/>
          </a:xfrm>
          <a:prstGeom prst="round2SameRect">
            <a:avLst>
              <a:gd name="adj1" fmla="val 0"/>
              <a:gd name="adj2" fmla="val 4036"/>
            </a:avLst>
          </a:prstGeom>
          <a:gradFill>
            <a:gsLst>
              <a:gs pos="0">
                <a:srgbClr val="4FC3F7"/>
              </a:gs>
              <a:gs pos="50000">
                <a:srgbClr val="192C34"/>
              </a:gs>
              <a:gs pos="21000">
                <a:srgbClr val="183D4E"/>
              </a:gs>
              <a:gs pos="0">
                <a:srgbClr val="156082"/>
              </a:gs>
              <a:gs pos="79000">
                <a:srgbClr val="1A1A1A"/>
              </a:gs>
            </a:gsLst>
            <a:lin ang="162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7CA2BD-EB2D-EB01-F765-CD437070B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0807" y="3232495"/>
            <a:ext cx="9144000" cy="4726172"/>
          </a:xfrm>
        </p:spPr>
        <p:txBody>
          <a:bodyPr/>
          <a:lstStyle/>
          <a:p>
            <a:pPr algn="l"/>
            <a:r>
              <a:rPr kumimoji="1" lang="zh-CN" altLang="en-US" dirty="0">
                <a:solidFill>
                  <a:srgbClr val="4FC3F7"/>
                </a:solidFill>
              </a:rPr>
              <a:t>文字颜色</a:t>
            </a:r>
            <a:r>
              <a:rPr lang="en" altLang="zh-CN" dirty="0"/>
              <a:t>#4fc3f7</a:t>
            </a:r>
            <a:endParaRPr kumimoji="1" lang="en-US" altLang="zh-CN" dirty="0">
              <a:solidFill>
                <a:srgbClr val="4FC3F7"/>
              </a:solidFill>
            </a:endParaRPr>
          </a:p>
          <a:p>
            <a:pPr algn="l"/>
            <a:r>
              <a:rPr kumimoji="1" lang="zh-CN" altLang="en-US" dirty="0">
                <a:solidFill>
                  <a:srgbClr val="34D399"/>
                </a:solidFill>
              </a:rPr>
              <a:t>文字颜色</a:t>
            </a:r>
            <a:r>
              <a:rPr kumimoji="1" lang="en-US" altLang="zh-CN" dirty="0">
                <a:solidFill>
                  <a:srgbClr val="34D399"/>
                </a:solidFill>
              </a:rPr>
              <a:t>#</a:t>
            </a:r>
            <a:r>
              <a:rPr lang="en" altLang="zh-CN" dirty="0"/>
              <a:t>34d399</a:t>
            </a:r>
            <a:endParaRPr kumimoji="1" lang="zh-CN" altLang="en-US" dirty="0">
              <a:solidFill>
                <a:srgbClr val="34D399"/>
              </a:solidFill>
            </a:endParaRPr>
          </a:p>
          <a:p>
            <a:pPr algn="l"/>
            <a:r>
              <a:rPr kumimoji="1" lang="zh-CN" altLang="en-US" dirty="0">
                <a:solidFill>
                  <a:srgbClr val="FB923C"/>
                </a:solidFill>
              </a:rPr>
              <a:t>文字颜色</a:t>
            </a:r>
            <a:r>
              <a:rPr lang="en" altLang="zh-CN" dirty="0"/>
              <a:t>#fb923c</a:t>
            </a:r>
            <a:endParaRPr kumimoji="1" lang="zh-CN" altLang="en-US" dirty="0">
              <a:solidFill>
                <a:srgbClr val="FB923C"/>
              </a:solidFill>
            </a:endParaRPr>
          </a:p>
          <a:p>
            <a:pPr algn="l"/>
            <a:r>
              <a:rPr kumimoji="1" lang="zh-CN" altLang="en-US" dirty="0">
                <a:solidFill>
                  <a:srgbClr val="F59E0B"/>
                </a:solidFill>
              </a:rPr>
              <a:t>文字颜色</a:t>
            </a:r>
            <a:r>
              <a:rPr lang="en" altLang="zh-CN" dirty="0"/>
              <a:t>#f59e0b</a:t>
            </a:r>
            <a:endParaRPr kumimoji="1" lang="zh-CN" altLang="en-US" dirty="0">
              <a:solidFill>
                <a:srgbClr val="F59E0B"/>
              </a:solidFill>
            </a:endParaRPr>
          </a:p>
          <a:p>
            <a:pPr algn="l"/>
            <a:r>
              <a:rPr kumimoji="1" lang="zh-CN" altLang="en-US" dirty="0">
                <a:solidFill>
                  <a:srgbClr val="A78BFA"/>
                </a:solidFill>
              </a:rPr>
              <a:t>文字颜色</a:t>
            </a:r>
            <a:r>
              <a:rPr lang="en" altLang="zh-CN" dirty="0"/>
              <a:t>#a78bfa</a:t>
            </a:r>
            <a:endParaRPr kumimoji="1" lang="zh-CN" altLang="en-US" dirty="0">
              <a:solidFill>
                <a:srgbClr val="A78BFA"/>
              </a:solidFill>
            </a:endParaRPr>
          </a:p>
          <a:p>
            <a:pPr algn="l"/>
            <a:r>
              <a:rPr kumimoji="1" lang="zh-CN" altLang="en-US" dirty="0">
                <a:solidFill>
                  <a:srgbClr val="F472B6"/>
                </a:solidFill>
              </a:rPr>
              <a:t>文字颜色</a:t>
            </a:r>
            <a:r>
              <a:rPr lang="en" altLang="zh-CN" dirty="0"/>
              <a:t>#f472b6</a:t>
            </a:r>
            <a:endParaRPr kumimoji="1" lang="zh-CN" altLang="en-US" dirty="0">
              <a:solidFill>
                <a:srgbClr val="F472B6"/>
              </a:solidFill>
            </a:endParaRPr>
          </a:p>
          <a:p>
            <a:pPr algn="l"/>
            <a:endParaRPr kumimoji="1"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B8E2447-FAD3-1B7E-DC1F-D37B8D97C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3931" y="0"/>
            <a:ext cx="3301556" cy="770363"/>
          </a:xfrm>
          <a:prstGeom prst="rect">
            <a:avLst/>
          </a:prstGeom>
          <a:effectLst>
            <a:outerShdw blurRad="50800" dist="38100" dir="2700000" algn="tl" rotWithShape="0">
              <a:srgbClr val="156082">
                <a:alpha val="40000"/>
              </a:srgbClr>
            </a:outerShdw>
          </a:effectLst>
        </p:spPr>
      </p:pic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B37FE422-59EC-ED1F-768F-DD42649C128C}"/>
              </a:ext>
            </a:extLst>
          </p:cNvPr>
          <p:cNvCxnSpPr>
            <a:cxnSpLocks/>
          </p:cNvCxnSpPr>
          <p:nvPr/>
        </p:nvCxnSpPr>
        <p:spPr>
          <a:xfrm>
            <a:off x="1089876" y="1053253"/>
            <a:ext cx="10012247" cy="0"/>
          </a:xfrm>
          <a:prstGeom prst="line">
            <a:avLst/>
          </a:prstGeom>
          <a:ln w="28575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副标题 2">
            <a:extLst>
              <a:ext uri="{FF2B5EF4-FFF2-40B4-BE49-F238E27FC236}">
                <a16:creationId xmlns:a16="http://schemas.microsoft.com/office/drawing/2014/main" id="{C044F008-42EA-A48B-FC2E-150645CF17AD}"/>
              </a:ext>
            </a:extLst>
          </p:cNvPr>
          <p:cNvSpPr txBox="1">
            <a:spLocks/>
          </p:cNvSpPr>
          <p:nvPr/>
        </p:nvSpPr>
        <p:spPr>
          <a:xfrm>
            <a:off x="1089876" y="370338"/>
            <a:ext cx="3566791" cy="644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zh-CN" sz="4000" b="1" dirty="0">
                <a:solidFill>
                  <a:srgbClr val="4FC3F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kumimoji="1" lang="zh-CN" altLang="en-US" sz="4000" b="1" dirty="0">
              <a:solidFill>
                <a:srgbClr val="34D3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962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26</Words>
  <Application>Microsoft Macintosh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 Yining</dc:creator>
  <cp:lastModifiedBy>Yuqiao Song (SME, 120020298)</cp:lastModifiedBy>
  <cp:revision>2</cp:revision>
  <dcterms:created xsi:type="dcterms:W3CDTF">2026-04-09T08:12:14Z</dcterms:created>
  <dcterms:modified xsi:type="dcterms:W3CDTF">2026-04-09T08:45:41Z</dcterms:modified>
</cp:coreProperties>
</file>